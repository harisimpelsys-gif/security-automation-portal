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Wazuh 3D Visual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Automatically generated from PDF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Alert Level Evolution (3D Surface)</a:t>
            </a:r>
          </a:p>
        </p:txBody>
      </p:sp>
      <p:pic>
        <p:nvPicPr>
          <p:cNvPr id="4" name="Picture 3" descr="alert_level_evolution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7424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Alerts by Rule ID (3D Bars)</a:t>
            </a:r>
          </a:p>
        </p:txBody>
      </p:sp>
      <p:pic>
        <p:nvPicPr>
          <p:cNvPr id="4" name="Picture 3" descr="alerts_by_ruleid_3d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9802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5 Agents (3D Bars)</a:t>
            </a:r>
          </a:p>
        </p:txBody>
      </p:sp>
      <p:pic>
        <p:nvPicPr>
          <p:cNvPr id="4" name="Picture 3" descr="top5_agents_3d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86808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– Total Alerts</a:t>
            </a:r>
          </a:p>
        </p:txBody>
      </p:sp>
      <p:pic>
        <p:nvPicPr>
          <p:cNvPr id="4" name="Picture 3" descr="kpi_Total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4694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– Auth Success</a:t>
            </a:r>
          </a:p>
        </p:txBody>
      </p:sp>
      <p:pic>
        <p:nvPicPr>
          <p:cNvPr id="4" name="Picture 3" descr="kpi_Auth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4694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– Auth Failures</a:t>
            </a:r>
          </a:p>
        </p:txBody>
      </p:sp>
      <p:pic>
        <p:nvPicPr>
          <p:cNvPr id="4" name="Picture 3" descr="kpi_Auth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46945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– Level 12+</a:t>
            </a:r>
          </a:p>
        </p:txBody>
      </p:sp>
      <p:pic>
        <p:nvPicPr>
          <p:cNvPr id="4" name="Picture 3" descr="kpi_Level_12+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46945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